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core promise — reuse campus knowledge, and let anyone build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Campus is the wedge — fastest adopters, lowest stakes to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6591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</a:rPr>
              <a:t>Santai Hub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70891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B66"/>
                </a:solidFill>
              </a:rPr>
              <a:t>A home for student projects and know-how — with an AI teammate that can actually build.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440430"/>
            <a:ext cx="1280160" cy="54864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What is Santai?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Santai Hub is where students publish projects, notes, and class or club knowledge — so the next person doesn't start from zero.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350008"/>
            <a:ext cx="804672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Publish projects, notes, and shared know-how to a public, searchable home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Open any project and build on it by chatting with an AI agent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No dev environment, no setup — coder or not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Who It's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Built so a CS senior and a first-year who's never opened a terminal get real value from the same base.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350008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**If you code** — Skip the boring part. Fork a working project instead of scaffolding from scratch; the agent handles setup, edits, and test runs while you review and steer.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**If you don't** — Describe it, watch it happen. Say what you want in plain English; a live preview shows the result as the agent builds it.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Every semester, campus knowledge starts over at zero.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93976"/>
            <a:ext cx="804672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 club's onboarding doc, a reusable class project, a hackathon build with real potential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Most of it lives on one laptop or in a group chat that scrolls away when the team graduates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Building on someone else's project usually means knowing how to code well enough to set it up — which shuts out most students before they see if the idea is good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The Product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A public, searchable home for what students build — plus a way to build on it without needing to code.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350008"/>
            <a:ext cx="804672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**Publish** — Projects and notes get a public page: tagged, categorized, searchable, ready to reuse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**Collaborate** — Groups mirror how campus teams already work — a class, a club, a hackathon squad — with shared access and one-click import of Docs, Slides, and PDFs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**Build** — Open any project in a live chat with an AI agent that reads it, edits it, runs it, and shows a live preview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Four steps, and none of them require knowing how to code.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93976"/>
            <a:ext cx="804672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**1. Find something worth building on** — Search projects and notes shared by other students, clubs, or teams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**2. Open it — nothing to install** — It spins up ready to run, in your browser, in its own private sandbox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**3. Tell the agent what you want** — Chat like you would with a teammate; watch a live preview update as it writes and runs changes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**4. Publish or hand it in** — Save your version back so the next person can pick up where you left off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Why Now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AI agents made it possible to build software by describing what you want, not by knowing how to code it.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350008"/>
            <a:ext cx="804672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 business or design student can now ship a real class project — not just a CS major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Students are the fastest adopters of new AI tools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 class project, club, or hackathon is a low-stakes place to build something you couldn't before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Business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Free to browse and publish; pay only for the AI's building time.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93976"/>
            <a:ext cx="804672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Every chat session runs on real model calls, so billing is metered — not a seat license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 credits ledger charges each session for what it actually uses, priced off live model-gateway rates so margin holds as models change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Student-first pricing: credit packs feel like a streaming subscription, not an enterprise seat — and the same metering carries cleanly to teams and companies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Under the Hood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Early-stage, but already a working platform — not a mockup.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93976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**App** — Web app at hub.sant.ai with sign-in, public profiles, and search/filter across projects and notes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**Agent** — Each session runs in its own private sandbox with a real AI coding agent inside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**Import** — Google Docs, Sheets, Slides, PDFs, and Markdown pull straight into a knowledge base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**Billing** — Stripe-backed credits, live usage pricing, admin override tooling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**Publishing** — GitHub-backed version history and a built-in deploy pipeline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Start building on what campus already knows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Santai Hub — a public home for student work, with an AI teammate that builds.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9397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**hub.sant.ai**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Santai Hub</dc:title>
  <dc:subject>PptxGenJS Presentation</dc:subject>
  <dc:creator>Sunny Lee</dc:creator>
  <cp:lastModifiedBy>Sunny Lee</cp:lastModifiedBy>
  <cp:revision>1</cp:revision>
  <dcterms:created xsi:type="dcterms:W3CDTF">2026-08-17T17:50:09Z</dcterms:created>
  <dcterms:modified xsi:type="dcterms:W3CDTF">2026-08-17T17:50:09Z</dcterms:modified>
</cp:coreProperties>
</file>